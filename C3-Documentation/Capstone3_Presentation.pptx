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/>
    <p:restoredTop sz="93951"/>
  </p:normalViewPr>
  <p:slideViewPr>
    <p:cSldViewPr snapToGrid="0">
      <p:cViewPr varScale="1">
        <p:scale>
          <a:sx n="48" d="100"/>
          <a:sy n="48" d="100"/>
        </p:scale>
        <p:origin x="19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41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02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56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5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5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3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2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3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E2AEA06-289B-CF1A-F53D-C67F445A9F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691603-C8E7-BA54-2EB0-82B58B775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92" y="1073760"/>
            <a:ext cx="10879016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Operational Efficiency and Cost Reduction in Supply Chain Management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089D5-F1EB-CF4D-FD56-33BDA1E23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51129"/>
            <a:ext cx="6801612" cy="123989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By</a:t>
            </a: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Sowmya Sree Kapula</a:t>
            </a: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05/24/2026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67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5A9F7-7596-653A-A31C-29C4524A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A668A3A-A734-D0A7-1A99-4CABF28A6D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1" y="11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555BB-3C73-3A2A-8618-52604A159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8100" y="421757"/>
            <a:ext cx="449580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Problem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2FC915-B1D5-0F75-70FF-A8277C9F62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39986" y="1121996"/>
            <a:ext cx="7003914" cy="441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High operational costs impact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Inefficiencies in supply chain processes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Need to identify key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Goal:    Improve efficiency and reduce costs</a:t>
            </a:r>
          </a:p>
        </p:txBody>
      </p:sp>
    </p:spTree>
    <p:extLst>
      <p:ext uri="{BB962C8B-B14F-4D97-AF65-F5344CB8AC3E}">
        <p14:creationId xmlns:p14="http://schemas.microsoft.com/office/powerpoint/2010/main" val="164347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D45C6-4390-292B-7C88-678897AE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9BCC356-FB30-AD26-8E33-FE43B02F62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EDC31-2DA3-A878-BF46-783FA976A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700" y="364514"/>
            <a:ext cx="708660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Overview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AE0600-9564-C7B7-4A7F-06E6796E86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35100" y="928829"/>
            <a:ext cx="5426165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Supply Chain Analysis Dataset (Kaggle)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Includes product, cost, and logistics data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 features: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Shipping costs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Manufacturing costs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Transportation modes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Product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2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6FC36-E679-60FF-C674-E1B71051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5CEB1A0-EA42-97A1-1A8D-309E0E02FA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1" y="15026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99F14-E27D-B29C-B1E1-82DAE9A9A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0477" y="340146"/>
            <a:ext cx="6591046" cy="77745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Methodology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60A8F-73CC-742D-7509-473CEF857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40" y="1341538"/>
            <a:ext cx="9530080" cy="517631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preprocessing: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One hot encoding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Feature scaling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Train test split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Built regression models: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Linear Regression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Decision Tree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Random Forest </a:t>
            </a:r>
          </a:p>
        </p:txBody>
      </p:sp>
    </p:spTree>
    <p:extLst>
      <p:ext uri="{BB962C8B-B14F-4D97-AF65-F5344CB8AC3E}">
        <p14:creationId xmlns:p14="http://schemas.microsoft.com/office/powerpoint/2010/main" val="328773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62AFD-0025-9282-CD2F-B571D167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42606D-7B17-A08F-186E-9892247B67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4D0EC7-8095-93D2-9C28-B0515CFC8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0490" y="299506"/>
            <a:ext cx="6891020" cy="75713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Models Evaluated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1F6125-C592-ABDC-2DE0-5748A67B03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4321" y="1341729"/>
            <a:ext cx="6202638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Linear Regression (baseline)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Decision Tree (nonlinear model)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(ensemble model)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Hyperparameter tuning applied</a:t>
            </a:r>
          </a:p>
        </p:txBody>
      </p:sp>
    </p:spTree>
    <p:extLst>
      <p:ext uri="{BB962C8B-B14F-4D97-AF65-F5344CB8AC3E}">
        <p14:creationId xmlns:p14="http://schemas.microsoft.com/office/powerpoint/2010/main" val="397245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D4D0-1190-34A2-D4FF-BF66A95B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F420EBE-A387-C8C7-CB07-2136E05963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57A6B-07DF-36F5-5E22-3B3514D71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5623" y="243626"/>
            <a:ext cx="6540754" cy="83333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 Results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FBAA55-5FEB-C0EA-D74F-FAD26368CA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27200" y="1893579"/>
            <a:ext cx="9042400" cy="307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performed best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MAE: 274.84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RMSE: 311.58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R²: -0.49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Model captures some patterns but needs improvement</a:t>
            </a:r>
          </a:p>
        </p:txBody>
      </p:sp>
    </p:spTree>
    <p:extLst>
      <p:ext uri="{BB962C8B-B14F-4D97-AF65-F5344CB8AC3E}">
        <p14:creationId xmlns:p14="http://schemas.microsoft.com/office/powerpoint/2010/main" val="333089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558BC-A247-EE34-5C91-59EDEB18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2FCDDCE-25B8-5841-B103-4B3A4AE23E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A6FEA-1B48-FA27-88E2-52AF03FA4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5194" y="380786"/>
            <a:ext cx="6801612" cy="884776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Visual Insights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661F9C-C766-814E-5A56-B1A876AB31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8120" y="2120928"/>
            <a:ext cx="6001964" cy="2307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Order quantities and price are major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Lead time also impacts cost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Indicates importance of operational volume and timing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0D90B-EC7C-BE43-C118-7EDB202B0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31" y="2426264"/>
            <a:ext cx="5572531" cy="34286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2BD79B-6116-0DA1-C265-7D9246B621AD}"/>
              </a:ext>
            </a:extLst>
          </p:cNvPr>
          <p:cNvSpPr txBox="1"/>
          <p:nvPr/>
        </p:nvSpPr>
        <p:spPr>
          <a:xfrm>
            <a:off x="8083560" y="1905776"/>
            <a:ext cx="211375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Feature Importance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581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62699-6DA7-BBC1-2AAE-A5475975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09A67F2-FBB3-41EF-9FEC-BFFF0EC0BC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DD6D1-7737-924E-1F15-7333BB25D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3860" y="334424"/>
            <a:ext cx="630428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 Performance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8988A-7EDF-5901-A1B6-258BAEDA1D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9844" y="2269095"/>
            <a:ext cx="6434518" cy="215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Shows the relationship between predicted and actual costs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Model captures trends but has prediction errors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Indicates room for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4FBE1-F87F-8448-FE62-CCBE1FB9A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49" y="2051400"/>
            <a:ext cx="4971092" cy="3626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816624-B857-1D67-9FC3-BC2309ED35AF}"/>
              </a:ext>
            </a:extLst>
          </p:cNvPr>
          <p:cNvSpPr txBox="1"/>
          <p:nvPr/>
        </p:nvSpPr>
        <p:spPr>
          <a:xfrm>
            <a:off x="8265011" y="1574789"/>
            <a:ext cx="225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Predicted vs Actual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30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88CDD-7838-6A0C-405C-2FDF042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19EBF9E-E69E-8D49-2734-2E80B2DA59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75DED5-F4A0-6C0D-930A-534789B76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Cost by Category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65C9B4-FB32-6496-164E-B2DD541FAB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8370" y="1742256"/>
            <a:ext cx="4820872" cy="2461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Cost varies across transportation modes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Some modes are more expensive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Opportunity to optimize logistics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B30FB-C77C-79A1-06F9-1386A3772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1847197"/>
            <a:ext cx="5204461" cy="3837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A3BD4-97BB-AA8D-0F56-2327C0FE8D92}"/>
              </a:ext>
            </a:extLst>
          </p:cNvPr>
          <p:cNvSpPr txBox="1"/>
          <p:nvPr/>
        </p:nvSpPr>
        <p:spPr>
          <a:xfrm>
            <a:off x="7555207" y="1359653"/>
            <a:ext cx="3085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Cost by Category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23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9D7B-19B0-971D-D46B-BCFD6965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05AB2B4-B5F9-0ABD-4099-8E206851EE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EF29A-C278-DC4D-9F31-E79B61251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Recommendations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C353DE-569B-F37C-ACE0-7B14D456D4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96893" y="1961131"/>
            <a:ext cx="5688865" cy="2935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Optimize transportation strategies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Reduce variability in shipping costs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Improve supplier and production efficiency</a:t>
            </a:r>
          </a:p>
        </p:txBody>
      </p:sp>
    </p:spTree>
    <p:extLst>
      <p:ext uri="{BB962C8B-B14F-4D97-AF65-F5344CB8AC3E}">
        <p14:creationId xmlns:p14="http://schemas.microsoft.com/office/powerpoint/2010/main" val="89412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8C24C-1D24-3FE0-118A-1357997E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3858C1F-F083-3DF6-51A9-749F1A246B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D1C90-EBD2-179B-566C-A7750F965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Conclusion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7755BB-C13F-0204-EE19-BB5DE335C2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97000" y="1961132"/>
            <a:ext cx="5902000" cy="2935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identified key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Insights support cost reduction strategies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Data-driven decisions can improve efficiency</a:t>
            </a:r>
          </a:p>
        </p:txBody>
      </p:sp>
    </p:spTree>
    <p:extLst>
      <p:ext uri="{BB962C8B-B14F-4D97-AF65-F5344CB8AC3E}">
        <p14:creationId xmlns:p14="http://schemas.microsoft.com/office/powerpoint/2010/main" val="23438709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82</TotalTime>
  <Words>268</Words>
  <Application>Microsoft Macintosh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Operational Efficiency and Cost Reduction in Supply Chain Management</vt:lpstr>
      <vt:lpstr>Problem</vt:lpstr>
      <vt:lpstr>Data Overview</vt:lpstr>
      <vt:lpstr>Methodology</vt:lpstr>
      <vt:lpstr>Models Evaluated</vt:lpstr>
      <vt:lpstr>Model Results</vt:lpstr>
      <vt:lpstr>Key Visual Insights</vt:lpstr>
      <vt:lpstr>Model Performance</vt:lpstr>
      <vt:lpstr>Cost by Category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Kapula, Sowmya</dc:creator>
  <cp:lastModifiedBy>Kapula, Sowmya</cp:lastModifiedBy>
  <cp:revision>5</cp:revision>
  <dcterms:created xsi:type="dcterms:W3CDTF">2026-04-24T20:27:25Z</dcterms:created>
  <dcterms:modified xsi:type="dcterms:W3CDTF">2026-04-24T21:51:05Z</dcterms:modified>
</cp:coreProperties>
</file>